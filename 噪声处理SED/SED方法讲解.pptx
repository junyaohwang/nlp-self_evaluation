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3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9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7" y="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8/19/2025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9F868-CECE-5EA1-3CE0-C3271D162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SED</a:t>
            </a:r>
            <a:r>
              <a:rPr lang="zh-CN" altLang="en-US" dirty="0"/>
              <a:t>方法讲解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AE1D4F-D724-B8EE-A6D2-BF4DED1E5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01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1694B-87AE-61E1-AE8D-575EDB43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2" y="-118872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SED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提出背景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CE7D6-A90C-CB69-D58E-9B50E9F6C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67" y="1295400"/>
            <a:ext cx="11128248" cy="447947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样本选择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74320" lvl="1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样本选择涉及到阈值，以往的样本选择几乎都会涉及到先验知识，属于启发式的。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74320" lvl="1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启发式的阈值会导致模型不够准确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类别不均衡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许多数据都存在类别不均衡的问题：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重加权把“谁更重要”的训练目标从“按样本占比”改成“想要的评估分布”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缓解了类频率不同引起的偏置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但是现有的重加权方法也很大程度上需要一定的先验知识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标签校正问题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噪声转移矩阵：难以估计</a:t>
            </a:r>
          </a:p>
          <a:p>
            <a:pPr marL="0" indent="0"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模型预测：识别简单类的能力优于困难类，导致类别不平衡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950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0F969-7890-3309-0EA6-605493F2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9" y="-342138"/>
            <a:ext cx="10654719" cy="2055876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SED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方法介绍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5F15B-1604-17E1-95CE-126CD0240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29" y="1596571"/>
            <a:ext cx="10654720" cy="4575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样本选择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使用均值教师模型进行标签校正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样本重加权机制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一致性正则化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对于干净样本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5364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50443-968F-4D08-BDE3-42C6B431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FBF6A-B47D-13D8-E82C-3DD74653B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62" y="1112665"/>
            <a:ext cx="10058400" cy="40507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自适应和类别平衡：为每个类别设置全局和局部阈值，动态更新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阈值划分干净和噪声样本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使用均值教师模型校正标签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使用截断的正态分布对不同置信度的样本分配权重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--&gt;</a:t>
            </a: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缓解不平衡标签校正引起的确认偏差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加入额外正则化</a:t>
            </a: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35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D4E6B-BAA4-5420-596D-1FF2FCBA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算法流程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AFAC8-8EA1-DBB5-471B-38241AC83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	根据动态更新的阈值划分干净和噪声样本</a:t>
            </a: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	采用均值教师模型对噪声样本的标签进行纠正</a:t>
            </a: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	自适应地给噪声样本分配不同的权重</a:t>
            </a: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	梯度更新</a:t>
            </a: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	正则化项中添加了干净样本的一致性损失</a:t>
            </a:r>
          </a:p>
        </p:txBody>
      </p:sp>
    </p:spTree>
    <p:extLst>
      <p:ext uri="{BB962C8B-B14F-4D97-AF65-F5344CB8AC3E}">
        <p14:creationId xmlns:p14="http://schemas.microsoft.com/office/powerpoint/2010/main" val="361037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A7BC6-1AB9-1EEC-BE48-FD7E35B5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1FF5D8-5A76-29CC-1088-ECF5CC85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208" y="3531364"/>
            <a:ext cx="9650172" cy="20576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8FFF053-A81F-BD18-ED00-03F3FE1D9326}"/>
              </a:ext>
            </a:extLst>
          </p:cNvPr>
          <p:cNvSpPr txBox="1"/>
          <p:nvPr/>
        </p:nvSpPr>
        <p:spPr>
          <a:xfrm>
            <a:off x="573314" y="1654629"/>
            <a:ext cx="105488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全局阈值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一定程度上反映原始给定标签的平均置信度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全局阈值不参与任何样本的直接划分，而是作为一个中间量参与到局部阈值的计算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6166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2427C-959E-0CC0-7B54-9F776549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FDC1F-96ED-6432-D497-CAF20444F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局部阈值 计算第一步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首先定义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E_t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表示模型在全数据上对类别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的总体置信度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计算方式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指数加权平滑根性更新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)(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E_t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(c)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不是局部阈值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7D9FCE-0A32-A41B-BDCB-AA976FA0E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02" y="4243156"/>
            <a:ext cx="9507277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0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556E6-6884-ECFF-48A6-AAADF9CD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0EDEC-7486-2484-E46E-1EB95BAB0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得出局部阈值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归一化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Max{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Ec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的原因：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防止阈值超过全局阈值，筛选过严而几乎得不到训练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使用其他归一化也可能出现这个问题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对于标量缩放不敏感，如果所有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E_c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同比例缩放，比例不变</a:t>
            </a:r>
          </a:p>
          <a:p>
            <a:pPr marL="0" indent="0">
              <a:buNone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T_t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为局部阈值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E_t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实现了不平和类别之间的差异阈值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T_t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先低后高，表示模型在训练之后对样本的要求更为严格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总体而言，局部阈值实现了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对训练不足的类别放宽样本质量，让更多的样本参与训练。对于训练较好的类别严格样本质量，防止错误的样本干扰模型，使得泛化能力下降。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5FC6DA-10FA-E779-696C-0F7287FB9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691" y="844880"/>
            <a:ext cx="554432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6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B25B5-5264-CC96-9244-DB06A0C7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SCS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3500D-F2C3-95BD-1112-76390ACB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把高于阈值的样本视为干净样本，低于阈值的视为噪声样本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CFB195-72D6-EF5A-1E03-82CD5B314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14" y="3284671"/>
            <a:ext cx="868801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422AC-D6C2-6ECC-4EFC-EDA77141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标签校正方法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FC7B7-ED41-2506-5629-98A46D86B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标签校正方法：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mean-teacher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均值教师模型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针对噪声样本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学生模型参数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theta_t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教师模型参数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theta_t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’*</a:t>
            </a: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平滑更新参数，预测更稳定，避免模型错误累积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为什么采取均值教师模型而不采用其他方法？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采用模型本身：会放大确认偏差，即模型本身预测的总是“对的”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其他模型大都需要先验知识，难以估计准确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噪声转移矩阵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75A652-75A0-D9E7-56EC-FB69D2D16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29" y="2857420"/>
            <a:ext cx="395342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54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62007-4020-A107-3607-AE607985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C5D28-FF5F-DDF7-5ED1-8F37358E4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样本重加权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背景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噪声样本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以及极小部分的干净样本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的质量有好有坏：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Ex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：阈值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0.8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(0.7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0.2)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和 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0.3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0.4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0.3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）这两个样本输出的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向量有明显差异，很明显前者质量更高，我们需要给前者给予更高的权重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但是传统的方法大多都是启发式的，需要许多先验知识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47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A8EC5-5C4F-EE80-2779-E08D94E9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SCR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887D1C-93A1-7486-82D4-A1F27A073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本方法避免启发式，不基于先验知识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对象：所有样本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如何给予不同质量的样本不同的权重？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使用截断的正态分布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8929CC-2058-CE8A-1A92-D21C01FCE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42" y="3122723"/>
            <a:ext cx="9297054" cy="17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28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F4669-A9C4-B0D7-EF00-416AC2A3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0709EF1-1B29-8DEC-064C-F96C6D8C4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641" y="220597"/>
            <a:ext cx="7141664" cy="615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A24E1-D7E1-1AF4-1B1F-C1D0566D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SCR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9B2DE-D98C-C723-825B-7D76459A8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对于落在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miu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以上的样本，我们通常认为这个样本是可靠的，这种情况下我们会给予其固定的权重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对于落在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miu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以下的样本，样本不是很可靠，因此需要按照质量给予不同的权重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干净样本不等于大于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miu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以上的样本，只能说干净样本往往落在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miu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以上</a:t>
            </a:r>
          </a:p>
        </p:txBody>
      </p:sp>
    </p:spTree>
    <p:extLst>
      <p:ext uri="{BB962C8B-B14F-4D97-AF65-F5344CB8AC3E}">
        <p14:creationId xmlns:p14="http://schemas.microsoft.com/office/powerpoint/2010/main" val="45817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9968C-B240-5B91-362A-F9F86712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SCR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DCAAFC-9245-CF00-878C-1BD6E338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48106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每个类别都有自己的截断的正态分布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保证难类的权重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使用指数加权动态更新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8F9185-E0BF-D6F2-C536-644AFECD5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42" y="2729851"/>
            <a:ext cx="5901136" cy="230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0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3D1D5-704A-0126-0586-24CE8B7A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流程重述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E010B-9B1F-2E5D-F62E-3BFA554C6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先使用不加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SED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的模型先训练，使得模型有一定的辨识度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加入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SED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模型：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计算阈值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划分干净和噪声样本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对于干净样本，不做标签修正处理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对于噪声样本，使用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meanteacher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模型修正标签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对于所有样本计算权重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对于干净样本，计算一致性正则化损失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带第五步的权重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665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67FCA-2CF7-90B3-D829-0B6FFB02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B1525D-263D-A99A-6492-6AC1C50FA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542" y="2769393"/>
            <a:ext cx="781159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2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82C7A-A57E-30ED-E6AC-F386F272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损失函数计算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190C0-10EC-65A8-CFFE-B8C80F1D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对于干净样本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对于噪声样本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一致性正则化损失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损失函数为三者相加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ED0317-939C-70D3-D056-D6B7CA50F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056" y="1999477"/>
            <a:ext cx="3482474" cy="7935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BDF82B-F7DC-CD74-26ED-449A5C821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05" y="2820456"/>
            <a:ext cx="4084752" cy="9296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F1E691-8251-FCED-5524-318A19654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91" y="3888991"/>
            <a:ext cx="5093762" cy="87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51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TM03090434[[fn=木材纹理]]</Template>
  <TotalTime>146</TotalTime>
  <Words>905</Words>
  <Application>Microsoft Office PowerPoint</Application>
  <PresentationFormat>宽屏</PresentationFormat>
  <Paragraphs>113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黑体</vt:lpstr>
      <vt:lpstr>Rockwell</vt:lpstr>
      <vt:lpstr>Rockwell Condensed</vt:lpstr>
      <vt:lpstr>Wingdings</vt:lpstr>
      <vt:lpstr>木材纹理</vt:lpstr>
      <vt:lpstr>SED方法讲解</vt:lpstr>
      <vt:lpstr>SED提出背景</vt:lpstr>
      <vt:lpstr>SED方法介绍</vt:lpstr>
      <vt:lpstr>PowerPoint 演示文稿</vt:lpstr>
      <vt:lpstr>算法流程</vt:lpstr>
      <vt:lpstr>SCS方法</vt:lpstr>
      <vt:lpstr>SCS方法</vt:lpstr>
      <vt:lpstr>SCS方法</vt:lpstr>
      <vt:lpstr>SCS</vt:lpstr>
      <vt:lpstr>标签校正方法</vt:lpstr>
      <vt:lpstr>SCR方法</vt:lpstr>
      <vt:lpstr>SCR</vt:lpstr>
      <vt:lpstr>PowerPoint 演示文稿</vt:lpstr>
      <vt:lpstr>SCR</vt:lpstr>
      <vt:lpstr>SCR</vt:lpstr>
      <vt:lpstr>流程重述</vt:lpstr>
      <vt:lpstr>PowerPoint 演示文稿</vt:lpstr>
      <vt:lpstr>损失函数计算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Junyao Hwang</dc:creator>
  <cp:lastModifiedBy>Junyao Hwang</cp:lastModifiedBy>
  <cp:revision>2</cp:revision>
  <dcterms:created xsi:type="dcterms:W3CDTF">2025-08-11T12:07:51Z</dcterms:created>
  <dcterms:modified xsi:type="dcterms:W3CDTF">2025-08-19T07:19:44Z</dcterms:modified>
</cp:coreProperties>
</file>